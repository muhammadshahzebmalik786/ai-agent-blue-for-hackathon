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 Blue: an AI agent that runs inside your own browser. You type a goal in plain English; it plans and executes. Solo Open Innovation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huge share of knowledge work is repetitive multi-step web tasks: research across tabs, copy data between sites, inbox triage, compiling notes. It breaks focus and never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options each have a catch: cloud AI-browser services want your logged-in accounts; dev frameworks need an engineer and a server; frontier-model agents are expensive and still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Manifest V3 Chrome extension. Side panel, plain-English goal. It plans, acts one step at a time, remembers data in named slots, and checks in before anything irreversible. Runs on your machine with your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tool-comparison prompt. On screen the judges see the plan, the reasoning, memory slots filling, tabs opening, and a finished Google Doc. No keyboard input after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Private: page text only goes to your chosen model; on-device mode sends nothing. Free: free tiers or fully on-device. Zero setup: no dev, no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1: the whole design compensates for a weak model so it runs free. Compact memory view, direct content injection, per-step reasoning, stuck-loop breaker, JSON-repair, and a service-worker watchdog with state checkpointing.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2: safety is structural. Page text is data, not instructions. A human approval gate before send/post/buy/delete. No action even exists for passwords or CAPTCHAs.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Technology: MV3 side panel + service worker + a sense-think-act loop. Text-only page understanding, no vision model. Bring-your-own-key across Gemini, on-device Nano, any OpenAI-compatible endpoint, GitHub Models, Groq.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this is built and working. Around 4,000 lines, 13 actions, 5 providers, no backend. Demonstrated on real multi-tab tasks. Code and docs are in the public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optional screenshot grounding for canvas UIs; saved recipes for one-click reuse; a shared demo backend so anyone can try it with no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your browser, your data, your key. Type a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"/>
            <a:ext cx="5852160" cy="5852160"/>
          </a:xfrm>
          <a:prstGeom prst="ellipse">
            <a:avLst/>
          </a:prstGeom>
          <a:ln w="15875">
            <a:solidFill>
              <a:srgbClr val="294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1691640"/>
            <a:ext cx="3383280" cy="3383280"/>
          </a:xfrm>
          <a:prstGeom prst="ellipse">
            <a:avLst/>
          </a:prstGeom>
          <a:ln w="15875">
            <a:solidFill>
              <a:srgbClr val="1D6F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2926080"/>
            <a:ext cx="914400" cy="914400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1945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pPr indent="0" marL="0">
              <a:buNone/>
            </a:pPr>
            <a:r>
              <a:rPr lang="en-US" sz="58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operates your browser. Type a goal, it does the rest.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52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</a:t>
            </a:r>
            <a:pPr indent="0" marL="0">
              <a:buNone/>
            </a:pPr>
            <a:r>
              <a:rPr lang="en-US" sz="12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Open Innovation  |  Solo  |  Muhammad Shahzeb Malik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 lives in the browser,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lot of it is repetitive drudgery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97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DA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255117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across a dozen tabs, then copy the findings somewhere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3429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DA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32826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same data between sites and forms by hand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DA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" y="40142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 inbox, draft the same kind of reply again and again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DA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408" y="474573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scattered notes into one clean document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66760" y="260604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926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37947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for many people, lost to manual multi-step web tasks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852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breaks focus. It does not scale. And it is the same steps every time.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either give up your accounts,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developer, or pay for overkill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7889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788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"AI browser" services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40680" y="2953512"/>
            <a:ext cx="0" cy="539496"/>
          </a:xfrm>
          <a:prstGeom prst="line">
            <a:avLst/>
          </a:prstGeom>
          <a:noFill/>
          <a:ln w="12700">
            <a:solidFill>
              <a:srgbClr val="294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2788920"/>
            <a:ext cx="5516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your logged-in accounts to a third-party server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813048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81304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frameworks (Playwright + an LLM)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40680" y="3977640"/>
            <a:ext cx="0" cy="539496"/>
          </a:xfrm>
          <a:prstGeom prst="line">
            <a:avLst/>
          </a:prstGeom>
          <a:noFill/>
          <a:ln w="12700">
            <a:solidFill>
              <a:srgbClr val="294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3813048"/>
            <a:ext cx="5516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developer and a machine to run it 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837176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Frontier-model agents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40680" y="5001768"/>
            <a:ext cx="0" cy="539496"/>
          </a:xfrm>
          <a:prstGeom prst="line">
            <a:avLst/>
          </a:prstGeom>
          <a:noFill/>
          <a:ln w="12700">
            <a:solidFill>
              <a:srgbClr val="294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4837176"/>
            <a:ext cx="5516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heavyweight, and still runs in someone else’s cloud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Chrome extension that does the work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25968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56032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goal into an ordered checklist and the data it needs to collect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457200" cy="457200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5295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493008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step: reads each page as a numbered element list, then clicks or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425696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text into named slots and injects it into other fields later, intact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449824"/>
            <a:ext cx="457200" cy="457200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358384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your approval before anything irreversible; asks when genuinely unsure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8978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browser. Your logged-in sessions. Your machine. Your API key. Nothing to host.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goal, hands-free, start to finish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DO?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52928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Notion, ClickUp and Todoist pricing in separate tabs, pull each tool’s free plan, cheapest paid price and standout feature, ask Gemini for a recommendation for a 5-person startup, then put it all in a new Google Doc.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480060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1D6F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800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 Agent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see, live: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99008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8254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appears, with checkmarks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53872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337413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step-by-step reasoning, shown live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408736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392277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slots filling one by 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63600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47141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opening, pages being read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518464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502005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Google Doc: table + recommendation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never touch the keyboard.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default. Free to run. Zero setup.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06040"/>
            <a:ext cx="3423818" cy="3246120"/>
          </a:xfrm>
          <a:prstGeom prst="roundRect">
            <a:avLst>
              <a:gd name="adj" fmla="val 2535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8346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0624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text goes only to the model you choose. On-device mode: nothing leaves your machine.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3938" y="2606040"/>
            <a:ext cx="3423818" cy="3246120"/>
          </a:xfrm>
          <a:prstGeom prst="roundRect">
            <a:avLst>
              <a:gd name="adj" fmla="val 2535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8346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2004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420624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 API tiers, or entirely on-device with Chrome’s Gemini Nano. No subscription.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3517" y="2606040"/>
            <a:ext cx="3423818" cy="3246120"/>
          </a:xfrm>
          <a:prstGeom prst="roundRect">
            <a:avLst>
              <a:gd name="adj" fmla="val 2535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7837" y="28346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32004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setup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447837" y="420624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developer, no server, no cloud account. Install the extension and type.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| 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so a small model is reliable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assumes a weak, cheap model and compensates, so it runs on free tiers and on-device.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245059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track of progress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78892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memory view + a checked-off plan, shown every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4448" y="233172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0480" y="245059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Retypes or mangles long content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80480" y="278892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text is injected directly, never round-trips the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373075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wrong element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06908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Whole-page snapshot + per-step reasoning + a thinking budget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4448" y="361188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0480" y="373075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 dead action forever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0480" y="406908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Stuck-loop breaker forces a new move, then stops cleanly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501091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prose instead of JSON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534924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re-asks with escalating pressure, then fails safe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4448" y="4892040"/>
            <a:ext cx="5272888" cy="1097280"/>
          </a:xfrm>
          <a:prstGeom prst="roundRect">
            <a:avLst>
              <a:gd name="adj" fmla="val 7500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0480" y="5010912"/>
            <a:ext cx="476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 gets suspended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0480" y="5349240"/>
            <a:ext cx="476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checkpointed every step; a watchdog resumes the task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| 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built into the architecture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3423818" cy="3108960"/>
          </a:xfrm>
          <a:prstGeom prst="roundRect">
            <a:avLst>
              <a:gd name="adj" fmla="val 2647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926080"/>
            <a:ext cx="420624" cy="42062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boundary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text is data, never instructions. A hostile page cannot redirect the agent.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938" y="2651760"/>
            <a:ext cx="3423818" cy="3108960"/>
          </a:xfrm>
          <a:prstGeom prst="roundRect">
            <a:avLst>
              <a:gd name="adj" fmla="val 2647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8258" y="2926080"/>
            <a:ext cx="420624" cy="42062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9776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send / post / buy / delete, or closing your tabs, it pauses for your approval.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3517" y="2651760"/>
            <a:ext cx="3423818" cy="3108960"/>
          </a:xfrm>
          <a:prstGeom prst="roundRect">
            <a:avLst>
              <a:gd name="adj" fmla="val 2647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7837" y="2926080"/>
            <a:ext cx="420624" cy="42062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47837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3520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 actions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47837" y="397764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action to enter a password or solve a CAPTCHA. It hands control back to you.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switches to full autonomy for tasks you already trust.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V3, a sense → think → act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660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514600"/>
            <a:ext cx="9854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91458" y="2514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1458" y="2660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91458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603138" y="2514600"/>
            <a:ext cx="9854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8557" y="2514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8557" y="2660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8557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600237" y="2514600"/>
            <a:ext cx="9854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85655" y="2514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85655" y="2660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585655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131357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page  →  think  →  act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20624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page understanding: no vision model, no screenshots. Works with any text LLM, including a tiny on-device one.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5349240"/>
            <a:ext cx="1391717" cy="457200"/>
          </a:xfrm>
          <a:prstGeom prst="roundRect">
            <a:avLst>
              <a:gd name="adj" fmla="val 50000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5349240"/>
            <a:ext cx="13917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87245" y="5349240"/>
            <a:ext cx="2079346" cy="457200"/>
          </a:xfrm>
          <a:prstGeom prst="roundRect">
            <a:avLst>
              <a:gd name="adj" fmla="val 50000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87245" y="5349240"/>
            <a:ext cx="2079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Gemini Nano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67758" y="5349240"/>
            <a:ext cx="2852928" cy="457200"/>
          </a:xfrm>
          <a:prstGeom prst="roundRect">
            <a:avLst>
              <a:gd name="adj" fmla="val 50000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67758" y="53492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21854" y="5349240"/>
            <a:ext cx="1391717" cy="457200"/>
          </a:xfrm>
          <a:prstGeom prst="roundRect">
            <a:avLst>
              <a:gd name="adj" fmla="val 50000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21854" y="5349240"/>
            <a:ext cx="13917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Models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14739" y="5349240"/>
            <a:ext cx="618134" cy="457200"/>
          </a:xfrm>
          <a:prstGeom prst="roundRect">
            <a:avLst>
              <a:gd name="adj" fmla="val 50000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14739" y="5349240"/>
            <a:ext cx="618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extension, not a prototype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2510714" cy="1554480"/>
          </a:xfrm>
          <a:prstGeom prst="roundRect">
            <a:avLst>
              <a:gd name="adj" fmla="val 529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587752"/>
            <a:ext cx="25107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38328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5114" y="2468880"/>
            <a:ext cx="2510714" cy="1554480"/>
          </a:xfrm>
          <a:prstGeom prst="roundRect">
            <a:avLst>
              <a:gd name="adj" fmla="val 529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5114" y="2587752"/>
            <a:ext cx="25107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5114" y="338328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2468880"/>
            <a:ext cx="2510714" cy="1554480"/>
          </a:xfrm>
          <a:prstGeom prst="roundRect">
            <a:avLst>
              <a:gd name="adj" fmla="val 529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5868" y="2587752"/>
            <a:ext cx="25107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55868" y="338328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86621" y="2468880"/>
            <a:ext cx="2510714" cy="1554480"/>
          </a:xfrm>
          <a:prstGeom prst="roundRect">
            <a:avLst>
              <a:gd name="adj" fmla="val 5294"/>
            </a:avLst>
          </a:prstGeom>
          <a:solidFill>
            <a:srgbClr val="13273F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6621" y="2587752"/>
            <a:ext cx="25107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086621" y="3383280"/>
            <a:ext cx="251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to run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31596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end to end: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727448"/>
            <a:ext cx="118872" cy="11887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" y="456285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research → Google Doc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129784"/>
            <a:ext cx="118872" cy="11887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9651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→ doc explainer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532120"/>
            <a:ext cx="118872" cy="11887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6968" y="53675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 with an approval pause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5934456"/>
            <a:ext cx="118872" cy="11887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57698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cleanup, cross-site translate relay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452628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82F4A"/>
          </a:solidFill>
          <a:ln w="12700">
            <a:solidFill>
              <a:srgbClr val="294B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9640" y="46634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DOCS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9560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github.com/MuhammadShahzebMalik786/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Ai-Agent-Blue-for-Hackathon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32688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97480"/>
            <a:ext cx="512064" cy="51206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grounding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2606040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vision layer for canvas and image-only interfaces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840480"/>
            <a:ext cx="512064" cy="51206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840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recipes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749040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one-off goal into a reusable one-click automation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983480"/>
            <a:ext cx="512064" cy="512064"/>
          </a:xfrm>
          <a:prstGeom prst="ellipse">
            <a:avLst/>
          </a:prstGeom>
          <a:solidFill>
            <a:srgbClr val="1D6FDB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demo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4892040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rate-limited backend so anyone can try it with no key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4869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468880"/>
            <a:ext cx="5943600" cy="5943600"/>
          </a:xfrm>
          <a:prstGeom prst="ellipse">
            <a:avLst/>
          </a:prstGeom>
          <a:ln w="15875">
            <a:solidFill>
              <a:srgbClr val="294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5669280" cy="5669280"/>
          </a:xfrm>
          <a:prstGeom prst="ellipse">
            <a:avLst/>
          </a:prstGeom>
          <a:ln w="15875">
            <a:solidFill>
              <a:srgbClr val="1D6F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56032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browser. Your data. Your key.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3832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goal.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8521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Blue   |   github.com/MuhammadShahzebMalik786/Ai-Agent-Blue-for-Hackathon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agent Blue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Blue - Pitch</dc:title>
  <dc:subject>PptxGenJS Presentation</dc:subject>
  <dc:creator>Muhammad Shahzeb Malik</dc:creator>
  <cp:lastModifiedBy>Muhammad Shahzeb Malik</cp:lastModifiedBy>
  <cp:revision>1</cp:revision>
  <dcterms:created xsi:type="dcterms:W3CDTF">2026-09-04T08:36:11Z</dcterms:created>
  <dcterms:modified xsi:type="dcterms:W3CDTF">2026-09-04T08:36:11Z</dcterms:modified>
</cp:coreProperties>
</file>